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6041" y="1881758"/>
            <a:ext cx="707191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6355"/>
            <a:ext cx="8374549" cy="3432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16880" y="4778075"/>
            <a:ext cx="187325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041" y="1881758"/>
            <a:ext cx="705485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>
                <a:latin typeface="Arial"/>
                <a:cs typeface="Arial"/>
              </a:rPr>
              <a:t>Front End</a:t>
            </a:r>
            <a:r>
              <a:rPr sz="5200" spc="-105" dirty="0">
                <a:latin typeface="Arial"/>
                <a:cs typeface="Arial"/>
              </a:rPr>
              <a:t> </a:t>
            </a:r>
            <a:r>
              <a:rPr sz="5200" spc="-10" dirty="0">
                <a:latin typeface="Arial"/>
                <a:cs typeface="Arial"/>
              </a:rPr>
              <a:t>Programming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1327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Brief </a:t>
            </a:r>
            <a:r>
              <a:rPr spc="-5" dirty="0"/>
              <a:t>history of Web</a:t>
            </a:r>
            <a:r>
              <a:rPr spc="-85" dirty="0"/>
              <a:t> </a:t>
            </a:r>
            <a:r>
              <a:rPr spc="-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856855" cy="260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Initially: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static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 files only with HTML forms for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Common Gateway Interface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(CGI)</a:t>
            </a:r>
            <a:endParaRPr sz="1800" dirty="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070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Certain URLs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map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to executable programs that generate web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600" dirty="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930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Program exits after Web page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complete</a:t>
            </a:r>
            <a:endParaRPr sz="1600" dirty="0">
              <a:latin typeface="Arial"/>
              <a:cs typeface="Arial"/>
            </a:endParaRPr>
          </a:p>
          <a:p>
            <a:pPr marL="836294" marR="5080" lvl="1" indent="-351790">
              <a:lnSpc>
                <a:spcPct val="113300"/>
              </a:lnSpc>
              <a:spcBef>
                <a:spcPts val="67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Introduced the notion of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stateless servers: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independent, no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state  carried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over from previous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requests. (Made scale-out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architectures</a:t>
            </a:r>
            <a:r>
              <a:rPr sz="16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easier)</a:t>
            </a:r>
            <a:endParaRPr sz="1600" dirty="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Perl typically used for writing CGI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programs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878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First-generation web app</a:t>
            </a:r>
            <a:r>
              <a:rPr spc="-95" dirty="0"/>
              <a:t> </a:t>
            </a:r>
            <a:r>
              <a:rPr spc="-5" dirty="0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704330" cy="284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(PHP,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ASP.net,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servlets)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Incorporate language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runtime system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directly into Web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Templates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mix code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HTML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HTML/CSS describes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Web-specific library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packages:</a:t>
            </a:r>
            <a:endParaRPr sz="18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4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sz="14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Sessions</a:t>
            </a:r>
            <a:endParaRPr sz="14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Interfacing to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databases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517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Second-generation</a:t>
            </a:r>
            <a:r>
              <a:rPr spc="-85" dirty="0"/>
              <a:t> </a:t>
            </a:r>
            <a:r>
              <a:rPr spc="-5" dirty="0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07300" cy="189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(Ruby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Rails,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Django):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 stylized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decomposition of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marL="469900" marR="508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Object-relational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mapping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spc="5" dirty="0">
                <a:solidFill>
                  <a:srgbClr val="595959"/>
                </a:solidFill>
                <a:latin typeface="Arial"/>
                <a:cs typeface="Arial"/>
              </a:rPr>
              <a:t>ORM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):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simplify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use of databases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(make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database tables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rows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appear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objects)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Easier fetching of dynamic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55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Third-generation</a:t>
            </a:r>
            <a:r>
              <a:rPr spc="-95" dirty="0"/>
              <a:t> </a:t>
            </a:r>
            <a:r>
              <a:rPr spc="-5" dirty="0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362190" cy="293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AngularJS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frameworks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More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app-like web</a:t>
            </a: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Interactive, quick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responding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applications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Don't need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round-trip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Frameworks not dependent on particular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server-side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capabilities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Node.js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side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No-SQL database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MongoDB)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concepts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previous generations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carry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forward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Model-view-controllers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HTML/CSS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description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112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Model-View-Controller (MVC)</a:t>
            </a:r>
            <a:r>
              <a:rPr spc="-105" dirty="0"/>
              <a:t> </a:t>
            </a:r>
            <a:r>
              <a:rPr spc="-5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388859" cy="312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 manages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application's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  <a:tab pos="927100" algn="l"/>
                <a:tab pos="354076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objects.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Photo App:	User names, pictures,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comments,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what the web page looks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  <a:tab pos="927100" algn="l"/>
                <a:tab pos="2022475" algn="l"/>
                <a:tab pos="30467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HTML/CSS.	Photo App:	View Users, View photo with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comments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Controller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fetch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 view,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handle user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interactions,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  <a:tab pos="927100" algn="l"/>
                <a:tab pos="336359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code.</a:t>
            </a:r>
            <a:r>
              <a:rPr sz="1400" spc="3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Photo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App:	DOM event handlers, web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MVC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 been around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since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late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1970's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Originally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conceived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the Smalltalk project at Xerox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PARC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48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View</a:t>
            </a:r>
            <a:r>
              <a:rPr spc="-90" dirty="0"/>
              <a:t> </a:t>
            </a:r>
            <a:r>
              <a:rPr spc="-5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581900" cy="318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App: Ultimately need to generate HTML 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Templates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commonly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technique. Basic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ideas: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Write HTML document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containing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parts of the page that are always the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same.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bits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generate the parts that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computed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each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template is expanded by executing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code snippets, substituting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results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into the  document.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Benefits of templates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Compare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direct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DOM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programming)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Easy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visualize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structure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Easy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how dynamic data fits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do either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595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0990" algn="l"/>
              </a:tabLst>
            </a:pPr>
            <a:r>
              <a:rPr spc="-10" dirty="0"/>
              <a:t>AngularJ</a:t>
            </a:r>
            <a:r>
              <a:rPr dirty="0"/>
              <a:t>S</a:t>
            </a:r>
            <a:r>
              <a:rPr spc="-10" dirty="0"/>
              <a:t> </a:t>
            </a:r>
            <a:r>
              <a:rPr dirty="0"/>
              <a:t>view</a:t>
            </a:r>
            <a:r>
              <a:rPr spc="-5" dirty="0"/>
              <a:t> templat</a:t>
            </a:r>
            <a:r>
              <a:rPr dirty="0"/>
              <a:t>e	(HTML/CSS)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51520" cy="32924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class="greetings"&gt;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Hello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{{models.user.firstName}}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class="photocounts"&gt;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You have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{{models.photos.count}}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photos to</a:t>
            </a:r>
            <a:r>
              <a:rPr sz="1800" spc="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review.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&lt;/body&gt;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Angular has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rich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templating language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(loops, conditions, subroutines,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etc.).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Later...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44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Controllers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290820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Third-generation: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running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Responsibilities: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Connect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communication: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Fetch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push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updates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Control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templates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templates being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shown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Handle user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interactions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Buttons,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menus,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other interactive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5576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AngularJS </a:t>
            </a:r>
            <a:r>
              <a:rPr dirty="0"/>
              <a:t>controller (JavaScript</a:t>
            </a:r>
            <a:r>
              <a:rPr spc="-95" dirty="0"/>
              <a:t> </a:t>
            </a:r>
            <a:r>
              <a:rPr spc="-5" dirty="0"/>
              <a:t>function)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272020" cy="35782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function userGreetingView 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5" dirty="0">
                <a:solidFill>
                  <a:srgbClr val="FF0000"/>
                </a:solidFill>
                <a:latin typeface="Consolas"/>
                <a:cs typeface="Consolas"/>
              </a:rPr>
              <a:t>$scope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$modelService)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$scope.models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{};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$scope.models.users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$modelService.fetch("users");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$scope.models.photos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$modelService.fetch("photos");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38862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$scope.okPushed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function okPushed()</a:t>
            </a:r>
            <a:r>
              <a:rPr sz="18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517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Code for ok button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pushing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Angular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$scope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 controller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 instantiated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843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95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970520" cy="292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non-static information needed by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templates or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controllers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Traditionally tied to application's database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schema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 Relational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Mapping (ORM) - A 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table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row</a:t>
            </a:r>
            <a:endParaRPr sz="1400">
              <a:latin typeface="Arial"/>
              <a:cs typeface="Arial"/>
            </a:endParaRPr>
          </a:p>
          <a:p>
            <a:pPr marL="379095" marR="302895" indent="-367030">
              <a:lnSpc>
                <a:spcPts val="3450"/>
              </a:lnSpc>
              <a:spcBef>
                <a:spcPts val="27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application's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 needs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designers  But need to be persisted by 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spcBef>
                <a:spcPts val="64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Conflict: Database Schemas don't 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frequently but web  application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might 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 will like this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better if we add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lose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2880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Angular </a:t>
            </a:r>
            <a:r>
              <a:rPr spc="-5" dirty="0"/>
              <a:t>doesn't </a:t>
            </a:r>
            <a:r>
              <a:rPr dirty="0"/>
              <a:t>specify model </a:t>
            </a:r>
            <a:r>
              <a:rPr spc="-5" dirty="0"/>
              <a:t>data </a:t>
            </a:r>
            <a:r>
              <a:rPr dirty="0"/>
              <a:t>(JavaScript</a:t>
            </a:r>
            <a:r>
              <a:rPr spc="-95" dirty="0"/>
              <a:t> </a:t>
            </a:r>
            <a:r>
              <a:rPr spc="-5" dirty="0"/>
              <a:t>objs)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62308"/>
            <a:ext cx="6707505" cy="31451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Angular provides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fetching data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APIs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frequently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Server: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Mongoose's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Definition Language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(ODL)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"models"</a:t>
            </a:r>
            <a:endParaRPr sz="1800">
              <a:latin typeface="Arial"/>
              <a:cs typeface="Arial"/>
            </a:endParaRPr>
          </a:p>
          <a:p>
            <a:pPr marL="1177925" marR="2136140" indent="-251460">
              <a:lnSpc>
                <a:spcPct val="114599"/>
              </a:lnSpc>
              <a:spcBef>
                <a:spcPts val="75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userSchema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new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Schema({  firstName: String,  lastName: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String,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User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mongoose.model('User',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userSchema);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FrontEnd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72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Fourth-generation</a:t>
            </a:r>
            <a:r>
              <a:rPr spc="-95" dirty="0"/>
              <a:t> </a:t>
            </a:r>
            <a:r>
              <a:rPr spc="-5" dirty="0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423150" cy="343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Examples: React.js, Vue.js,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Angular(v2)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concepts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previous generations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carry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forward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Model-view-controllers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Templates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Focus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components rather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pages/HTML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Views apps as assembled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reusable components rather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pages.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Software engineering focus: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modular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design,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reusable components,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testability,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Virtual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DOM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Render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into DOM-like data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structure (not real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DOM)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Benefits: Performance, Server-side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rendering,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Native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AE2D0A-0EA7-473B-A213-6F21D68A6D17}"/>
</file>

<file path=customXml/itemProps2.xml><?xml version="1.0" encoding="utf-8"?>
<ds:datastoreItem xmlns:ds="http://schemas.openxmlformats.org/officeDocument/2006/customXml" ds:itemID="{DD259F27-21D6-449D-AB33-BE49ABAF00FD}"/>
</file>

<file path=customXml/itemProps3.xml><?xml version="1.0" encoding="utf-8"?>
<ds:datastoreItem xmlns:ds="http://schemas.openxmlformats.org/officeDocument/2006/customXml" ds:itemID="{1BA82ADF-74F3-4933-826A-A1EBC3C2E19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911</Words>
  <Application>Microsoft Office PowerPoint</Application>
  <PresentationFormat>On-screen Show (16:9)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PowerPoint Presentation</vt:lpstr>
      <vt:lpstr>Brief history of Web Applications</vt:lpstr>
      <vt:lpstr>First-generation web app frameworks</vt:lpstr>
      <vt:lpstr>Second-generation frameworks</vt:lpstr>
      <vt:lpstr>Third-generation frameworks</vt:lpstr>
      <vt:lpstr>Model-View-Controller (MVC) Pattern</vt:lpstr>
      <vt:lpstr>View Generation</vt:lpstr>
      <vt:lpstr>AngularJS view template (HTML/CSS)</vt:lpstr>
      <vt:lpstr>Controllers</vt:lpstr>
      <vt:lpstr>AngularJS controller (JavaScript function)</vt:lpstr>
      <vt:lpstr>Model Data</vt:lpstr>
      <vt:lpstr>Angular doesn't specify model data (JavaScript objs)</vt:lpstr>
      <vt:lpstr>Fourth-generation frameworks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1</cp:revision>
  <dcterms:created xsi:type="dcterms:W3CDTF">2019-08-20T05:14:19Z</dcterms:created>
  <dcterms:modified xsi:type="dcterms:W3CDTF">2021-10-26T04:49:02Z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